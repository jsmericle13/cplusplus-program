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29"/>
    <p:restoredTop sz="94694"/>
  </p:normalViewPr>
  <p:slideViewPr>
    <p:cSldViewPr snapToGrid="0">
      <p:cViewPr varScale="1">
        <p:scale>
          <a:sx n="91" d="100"/>
          <a:sy n="91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6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3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75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9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1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02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91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7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8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2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17655-9E3E-EF49-B3C7-D535455EA550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BDEA7-8279-0240-92CF-151D593D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2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2FDB-9938-DB60-5FC0-42347F93B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Scrum-Agile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344D6-7E40-A802-74AD-ADD5F3CAAE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Analysis with Waterfall Approach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Jaden Mericle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CS-250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Tammy Morrison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12/15/2024</a:t>
            </a:r>
          </a:p>
        </p:txBody>
      </p:sp>
    </p:spTree>
    <p:extLst>
      <p:ext uri="{BB962C8B-B14F-4D97-AF65-F5344CB8AC3E}">
        <p14:creationId xmlns:p14="http://schemas.microsoft.com/office/powerpoint/2010/main" val="772337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7CD8-3D97-5CA2-C779-98022E73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Scrum and Agile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9264E-9053-67D4-B8D5-93991EB1B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Scrum?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is an Agile framework that emphasizes iterative and incremental development.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sprints, with each sprint focusing on delivering a shippable product increment.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focuses on collaboration, flexibility, and customer feedback.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Agile?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is a mindset for software development that allows for faster adaptation and efficient management of change.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promotes customer satisfaction through continuous delivery of working software.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Source(s) to include: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Cohn, M. (2019). Succeeding with Agile: Software Development Using Scrum (2nd ed.).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Schwaber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&amp; Sutherland, J. (2020). The Scrum Guide.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84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7DC7-8808-54C9-F8D8-4ADB01B6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Explaining Agile Roles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3610-529A-5076-08E3-14535D9B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Scrum Master: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the team follows Scrum practices and removes any impediments to progress.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stakeholders and prioritizes the product backlog according to business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Cross-functional team responsible for delivering the product increment during each sprint.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Roles: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role distribution ensures smooth workflow and accountability.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Promotes collaboration and effective communication across the team.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00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3685-A774-3A6D-7D5E-F76EACAB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Phases and Scrum Events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E712D-C02E-734A-D1BC-F929DE8D9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Phases of the SDLC in Agile: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Concept/Inception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Initial product vision and scope definition.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Iteration/Development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Sprints that focus on delivering usable product increments.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After several iterations, the product is ready for deployment.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Scrum Events: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Defines what will be worked on during the sprint.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Daily Scrum: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short, daily meeting to ensure alignment and address issues.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 Review: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At the end of a sprint, the team demonstrates the product increment.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 Retrospective: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Reflects on the sprint, identifying areas for improvement.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61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AA5D-F31D-A457-1FAF-AF5F48B7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aterfall vs. Agile 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87E0-6271-FBAA-2599-9C380163A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Model: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and sequential development model.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 are completed before moving on to the next (e.g., planning, design, coding, testing).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are difficult to accommodate after the planning stage.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Model: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and incremental.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can be incorporated at any stage.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continuous delivery and collaboration.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Problem Handling: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Waterfall: Changes in direction require rework and significant planning adjustments.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Agile: Changes are easier to incorporate due to iterative cycles.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C0BE-10D4-B75D-6495-AF25A353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Factors to Consider in Choosing Waterfall or Agile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9F3D0-89B7-0F38-486D-D2F2C066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Approach: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projects with well-defined requirements and minimal change.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industries like construction or manufacturing.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Approach: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Suited for projects requiring flexibility and frequent changes.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software development, startups, and product-driven industries.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Decision Factors: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size and complexity.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involvement and feedback frequency.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flexibility and iterative delivery.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077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1810-79D1-DFBF-BB1A-52BF82D7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4D0A7-974F-149F-50C8-AA8D83B26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Boehm, B. W. (2019). A Spiral Model of Software Development and Enhancement.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 Press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Cohn, M. (2019).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Succeeding with Agile: Software Development Using Scrum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(2nd ed.).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Highsmith, J. (2017).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Project Management: Creating Innovative Products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Addison-Wesley.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Larman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C., &amp;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Vodde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B. (2016).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 Lean &amp; Agile Development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Addison-Wesley.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Schwaber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K. (2020).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Scrum Guide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Scrum.org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Sutherland, J. (2019).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Scrum: The Art of Doing Twice the Work in Half the Time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Crown Business.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Sommerville, I. (2016).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(10th ed.). Addison-Wesley.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843929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212</TotalTime>
  <Words>629</Words>
  <Application>Microsoft Macintosh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 Light</vt:lpstr>
      <vt:lpstr>Rockwell</vt:lpstr>
      <vt:lpstr>Times New Roman</vt:lpstr>
      <vt:lpstr>Wingdings</vt:lpstr>
      <vt:lpstr>Atlas</vt:lpstr>
      <vt:lpstr>Introduction to Scrum-Agile Methodology</vt:lpstr>
      <vt:lpstr>Introduction to Scrum and Agile</vt:lpstr>
      <vt:lpstr>Explaining Agile Roles</vt:lpstr>
      <vt:lpstr>Agile Phases and Scrum Events</vt:lpstr>
      <vt:lpstr>Waterfall vs. Agile Development</vt:lpstr>
      <vt:lpstr>Factors to Consider in Choosing Waterfall or Agile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jaden mericle</dc:creator>
  <cp:lastModifiedBy>jaden mericle</cp:lastModifiedBy>
  <cp:revision>5</cp:revision>
  <dcterms:created xsi:type="dcterms:W3CDTF">2024-12-16T00:41:58Z</dcterms:created>
  <dcterms:modified xsi:type="dcterms:W3CDTF">2024-12-16T04:14:40Z</dcterms:modified>
</cp:coreProperties>
</file>